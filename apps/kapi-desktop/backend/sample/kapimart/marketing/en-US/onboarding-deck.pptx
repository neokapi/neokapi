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2"/>
    <p:sldId id="257" r:id="rId3"/>
    <p:sldId id="258" r:id="rId4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KapiMart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Partner Onboarding Guide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your Seller Account in the KapiMart Partner Portal</a:t>
            </a:r>
          </a:p>
          <a:p>
            <a:r>
              <a:rPr lang="en-US" dirty="0"/>
              <a:t>Complete your business profile and verify your identity</a:t>
            </a:r>
          </a:p>
          <a:p>
            <a:r>
              <a:rPr lang="en-US" dirty="0"/>
              <a:t>Configure your shipping preferences and return policies</a:t>
            </a:r>
          </a:p>
          <a:p>
            <a:r>
              <a:rPr lang="en-US" dirty="0"/>
              <a:t>Upload your product catalog using our bulk import tool</a:t>
            </a:r>
          </a:p>
          <a:p>
            <a:r>
              <a:rPr lang="en-US" dirty="0"/>
              <a:t>Set up payment methods and tax information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the Partner Quick Start Guide in your dashboard</a:t>
            </a:r>
          </a:p>
          <a:p>
            <a:r>
              <a:rPr lang="en-US" dirty="0"/>
              <a:t>Join the KapiMart Seller Community forum</a:t>
            </a:r>
          </a:p>
          <a:p>
            <a:r>
              <a:rPr lang="en-US" dirty="0"/>
              <a:t>Schedule a session with your dedicated onboarding specialist</a:t>
            </a:r>
          </a:p>
          <a:p>
            <a:r>
              <a:rPr lang="en-US" dirty="0"/>
              <a:t>Explore the API documentation for advanced integrations</a:t>
            </a:r>
          </a:p>
          <a:p>
            <a:r>
              <a:rPr lang="en-US" dirty="0"/>
              <a:t>Contact Partner Support at partners@kapimart.example.com</a:t>
            </a:r>
          </a:p>
        </p:txBody>
      </p:sp>
    </p:spTree>
  </p:cSld>
</p:sld>
</file>