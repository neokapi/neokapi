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slide table for the reader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Payout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Starter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Monthly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Weekly</a:t>
                      </a:r>
                    </a:p>
                  </a:txBody>
                  <a:tcPr/>
                </a:tc>
              </a:tr>
              <a:tr h="548640">
                <a:tc gridSpan="2">
                  <a:txBody>
                    <a:bodyPr/>
                    <a:lstStyle/>
                    <a:p>
                      <a:r>
                        <a:t>Enterprise, custom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Daily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deck</dc:title>
  <dc:subject/>
  <dc:creator>neokapi</dc:creator>
  <cp:keywords/>
  <dc:description>generated using python-pptx</dc:description>
  <cp:lastModifiedBy>neokapi</cp:lastModifiedBy>
  <cp:revision>1</cp:revision>
  <dcterms:created xsi:type="dcterms:W3CDTF">2026-09-01T09:00:00Z</dcterms:created>
  <dcterms:modified xsi:type="dcterms:W3CDTF">2026-09-01T09:00:00Z</dcterms:modified>
  <cp:category/>
</cp:coreProperties>
</file>