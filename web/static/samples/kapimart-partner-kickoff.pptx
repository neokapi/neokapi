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Forty minutes in all. Keep the fee slide short; the handbook has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Partner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KapiMart marketplace, autumn 2026 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Who KapiMart is</a:t>
            </a:r>
          </a:p>
          <a:p>
            <a:pPr>
              <a:defRPr sz="2400"/>
            </a:pPr>
            <a:r>
              <a:t>What a partner gets</a:t>
            </a:r>
          </a:p>
          <a:p>
            <a:pPr>
              <a:defRPr sz="2400"/>
            </a:pPr>
            <a:r>
              <a:t>Fees at a glance</a:t>
            </a:r>
          </a:p>
          <a:p>
            <a:pPr>
              <a:defRPr sz="2400"/>
            </a:pPr>
            <a:r>
              <a:t>Your first ninety days</a:t>
            </a:r>
          </a:p>
          <a:p>
            <a:pPr>
              <a:defRPr sz="2400"/>
            </a:pPr>
            <a: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partner 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b="1"/>
              <a:t>Reach</a:t>
            </a:r>
            <a:r>
              <a:t>: two million active buyers in six regions</a:t>
            </a:r>
          </a:p>
          <a:p>
            <a:pPr>
              <a:defRPr sz="2400"/>
            </a:pPr>
            <a:r>
              <a:rPr b="1"/>
              <a:t>Tools</a:t>
            </a:r>
            <a:r>
              <a:t>: catalogue import, order management and analytics</a:t>
            </a:r>
          </a:p>
          <a:p>
            <a:pPr>
              <a:defRPr sz="2400"/>
            </a:pPr>
            <a:r>
              <a:rPr b="1"/>
              <a:t>Support</a:t>
            </a:r>
            <a:r>
              <a:t>: a named onboarding specialist for ninety days</a:t>
            </a:r>
          </a:p>
          <a:p>
            <a:pPr>
              <a:defRPr sz="2400"/>
            </a:pPr>
            <a:r>
              <a:rPr b="1"/>
              <a:t>Payouts</a:t>
            </a:r>
            <a:r>
              <a:t>: weekly, in euros, with a statement for every 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85216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Monthly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Transaction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Payout schedule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€0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8.0 %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Monthly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€49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6.5 %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Fortnightly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€199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5.0 %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Daily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ninety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b="1"/>
              <a:t>Days 1 to 10</a:t>
            </a:r>
            <a:r>
              <a:t>: account, business profile and a first listing</a:t>
            </a:r>
          </a:p>
          <a:p>
            <a:pPr>
              <a:defRPr sz="2400"/>
            </a:pPr>
            <a:r>
              <a:rPr b="1"/>
              <a:t>Days 11 to 30</a:t>
            </a:r>
            <a:r>
              <a:t>: the full catalogue and your shipping zones</a:t>
            </a:r>
          </a:p>
          <a:p>
            <a:pPr>
              <a:defRPr sz="2400"/>
            </a:pPr>
            <a:r>
              <a:rPr b="1"/>
              <a:t>Days 31 to 60</a:t>
            </a:r>
            <a:r>
              <a:t>: a first promotion, then read your analytics</a:t>
            </a:r>
          </a:p>
          <a:p>
            <a:pPr>
              <a:defRPr sz="2400"/>
            </a:pPr>
            <a:r>
              <a:rPr b="1"/>
              <a:t>Days 61 to 90</a:t>
            </a:r>
            <a:r>
              <a:t>: the quarterly review with your specialist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partners@kapimart.example.com</a:t>
            </a:r>
          </a:p>
          <a:p>
            <a:r>
              <a:t>partners.kapimart.example.com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KapiMart partner kickoff</dc:title>
  <dc:subject/>
  <dc:creator>KapiMart Partner Team</dc:creator>
  <cp:keywords/>
  <dc:description>generated using python-pptx</dc:description>
  <cp:lastModifiedBy>KapiMart Partner Team</cp:lastModifiedBy>
  <cp:revision>1</cp:revision>
  <dcterms:created xsi:type="dcterms:W3CDTF">2026-09-01T09:00:00Z</dcterms:created>
  <dcterms:modified xsi:type="dcterms:W3CDTF">2026-09-01T09:00:00Z</dcterms:modified>
  <cp:category/>
</cp:coreProperties>
</file>